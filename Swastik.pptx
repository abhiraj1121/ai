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C6D6ADB2-FFFB-349E-F5C6-8B3CD969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E310A358-3BF2-3847-D2C2-F7ABE1552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B2F227D8-EAA2-1CD5-D22D-D04763B04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6884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37" name="Google Shape;237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238" name="Google Shape;238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2" name="Google Shape;242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243" name="Google Shape;243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44" name="Google Shape;244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47" name="Google Shape;247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5" name="Google Shape;265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269" name="Google Shape;269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1" name="Google Shape;271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72" name="Google Shape;272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73" name="Google Shape;27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276" name="Google Shape;276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8" name="Google Shape;278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79" name="Google Shape;279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81" name="Google Shape;281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284" name="Google Shape;284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86" name="Google Shape;286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87" name="Google Shape;28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290" name="Google Shape;290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92" name="Google Shape;292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93" name="Google Shape;293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297" name="Google Shape;297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298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299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15" name="Google Shape;315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319" name="Google Shape;31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21" name="Google Shape;321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22" name="Google Shape;322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23" name="Google Shape;323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24" name="Google Shape;32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327" name="Google Shape;327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328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29" name="Google Shape;329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330" name="Google Shape;330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333" name="Google Shape;333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" name="Google Shape;335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" name="Google Shape;336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" name="Google Shape;337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345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348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51" name="Google Shape;351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rt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352" name="Google Shape;352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33" name="Google Shape;233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4" name="Google Shape;234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 txBox="1"/>
          <p:nvPr/>
        </p:nvSpPr>
        <p:spPr>
          <a:xfrm>
            <a:off x="2735580" y="2133600"/>
            <a:ext cx="67209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lang="en-US" sz="6750" b="1" i="0" u="none" strike="noStrike" cap="none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SWASTIK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2895600" y="3619500"/>
            <a:ext cx="64008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 b="0" i="0" u="none" strike="noStrike" cap="none" noProof="0" dirty="0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An AI Chatbot for Guru Gobind Singh Public School</a:t>
            </a:r>
            <a:b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50" b="0" i="0" u="none" strike="noStrike" cap="none" noProof="0" dirty="0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 School Exhibition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 txBox="1"/>
          <p:nvPr/>
        </p:nvSpPr>
        <p:spPr>
          <a:xfrm>
            <a:off x="1809750" y="2310854"/>
            <a:ext cx="8572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Parents, students, and staff have common, recurring questions: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1809750" y="5133975"/>
            <a:ext cx="8572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Finding specific, up-to-date answers quickly can be difficult.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 txBox="1"/>
          <p:nvPr/>
        </p:nvSpPr>
        <p:spPr>
          <a:xfrm>
            <a:off x="2190750" y="29622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"When are the exams?"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2190750" y="34575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"What is the fee submission deadline?"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2190750" y="39528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"Where is the new syllabus?"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2190750" y="4448175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"What are the school timings today?"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0099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5052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0005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95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4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Challenge: Why build Swastik?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5"/>
          <p:cNvSpPr txBox="1"/>
          <p:nvPr/>
        </p:nvSpPr>
        <p:spPr>
          <a:xfrm>
            <a:off x="571500" y="2000250"/>
            <a:ext cx="555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An AI Assistant for Our School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571500" y="2647950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built 'Swastik', a 24/7 AI-powered chatbot designed specifically for our school community.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571500" y="3448050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provides instant, accurate, and friendly answers to all school-related queries, embodying our school's motto: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571500" y="4248150"/>
            <a:ext cx="555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"Knowledge is Power"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Solution: SWASTIK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09837"/>
            <a:ext cx="5286375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09837"/>
            <a:ext cx="528637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6"/>
          <p:cNvSpPr txBox="1"/>
          <p:nvPr/>
        </p:nvSpPr>
        <p:spPr>
          <a:xfrm>
            <a:off x="962025" y="2967037"/>
            <a:ext cx="473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Abhi Raj Singh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 txBox="1"/>
          <p:nvPr/>
        </p:nvSpPr>
        <p:spPr>
          <a:xfrm>
            <a:off x="962025" y="3614737"/>
            <a:ext cx="45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Core Developer, Debugger, &amp; Designer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962025" y="4110037"/>
            <a:ext cx="450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Responsible for the full-stack development, AI integration, and overall project design.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6724650" y="2967037"/>
            <a:ext cx="473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Binod Soren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6724650" y="3614737"/>
            <a:ext cx="45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Debugger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6724650" y="4110037"/>
            <a:ext cx="450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Focused on testing, identifying bugs, and ensuring the chatbot's responses are stable and accurate.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 the Team (Core)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27932"/>
            <a:ext cx="3429000" cy="375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027932"/>
            <a:ext cx="3429000" cy="375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27932"/>
            <a:ext cx="3429000" cy="375463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7"/>
          <p:cNvSpPr txBox="1"/>
          <p:nvPr/>
        </p:nvSpPr>
        <p:spPr>
          <a:xfrm>
            <a:off x="930830" y="3104257"/>
            <a:ext cx="27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Pragati Agarwal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 txBox="1"/>
          <p:nvPr/>
        </p:nvSpPr>
        <p:spPr>
          <a:xfrm>
            <a:off x="1399779" y="3817673"/>
            <a:ext cx="17724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Decorator/Designer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866775" y="4492972"/>
            <a:ext cx="2838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Designed the Flow chart, Q.R. Frame structure, Heading, Titles etc.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4920853" y="3104257"/>
            <a:ext cx="235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Lovely Kumari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5628485" y="3817673"/>
            <a:ext cx="9351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Speaker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4676775" y="4492972"/>
            <a:ext cx="2838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Ready to present our project and answer your questions at the exhibition.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9245917" y="3104257"/>
            <a:ext cx="132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Ananya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9445692" y="3817673"/>
            <a:ext cx="955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Speaker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8486775" y="4492972"/>
            <a:ext cx="2838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Sharing our project's journey and demonstrating its features to all our visitors.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400" y="240893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550" y="240893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4089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 the Team (Content &amp; Comms)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 txBox="1"/>
          <p:nvPr/>
        </p:nvSpPr>
        <p:spPr>
          <a:xfrm>
            <a:off x="1676400" y="2043112"/>
            <a:ext cx="883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clean structure, separating the backend, frontend, and data.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Architecture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FECC10-1E87-D534-1710-CD3D43475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918" y="2852686"/>
            <a:ext cx="6902163" cy="331480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70782"/>
            <a:ext cx="2476500" cy="3868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1970782"/>
            <a:ext cx="2476500" cy="3868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70782"/>
            <a:ext cx="2476500" cy="3868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1970782"/>
            <a:ext cx="2476500" cy="386893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9"/>
          <p:cNvSpPr txBox="1"/>
          <p:nvPr/>
        </p:nvSpPr>
        <p:spPr>
          <a:xfrm>
            <a:off x="1059656" y="3047107"/>
            <a:ext cx="150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866775" y="3818632"/>
            <a:ext cx="1886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HTML, CSS, &amp; JS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To create a responsive and user-friendly chat interface.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 txBox="1"/>
          <p:nvPr/>
        </p:nvSpPr>
        <p:spPr>
          <a:xfrm>
            <a:off x="3942159" y="3047107"/>
            <a:ext cx="145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 txBox="1"/>
          <p:nvPr/>
        </p:nvSpPr>
        <p:spPr>
          <a:xfrm>
            <a:off x="3724275" y="3818632"/>
            <a:ext cx="18861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Python &amp; Flask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powerful and lightweight server to handle requests and logic.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 txBox="1"/>
          <p:nvPr/>
        </p:nvSpPr>
        <p:spPr>
          <a:xfrm>
            <a:off x="6619636" y="3047107"/>
            <a:ext cx="181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"Brain"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 txBox="1"/>
          <p:nvPr/>
        </p:nvSpPr>
        <p:spPr>
          <a:xfrm>
            <a:off x="6581775" y="3818632"/>
            <a:ext cx="18861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Meta Llama 3 70B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 state-of-the-art AI model for understanding and generating answers.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9"/>
          <p:cNvSpPr txBox="1"/>
          <p:nvPr/>
        </p:nvSpPr>
        <p:spPr>
          <a:xfrm>
            <a:off x="9392126" y="3047107"/>
            <a:ext cx="1980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Provider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 txBox="1"/>
          <p:nvPr/>
        </p:nvSpPr>
        <p:spPr>
          <a:xfrm>
            <a:off x="9439275" y="4275832"/>
            <a:ext cx="18861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OpenRouter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Provides us with free and reliable access to the Llama 3 AI model.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38300" y="235178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67225" y="235178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96150" y="235178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53650" y="235178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9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Technology Stack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 txBox="1"/>
          <p:nvPr/>
        </p:nvSpPr>
        <p:spPr>
          <a:xfrm>
            <a:off x="571500" y="2000250"/>
            <a:ext cx="555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Meta Llama 3 (70B)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0"/>
          <p:cNvSpPr txBox="1"/>
          <p:nvPr/>
        </p:nvSpPr>
        <p:spPr>
          <a:xfrm>
            <a:off x="571500" y="2647950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are using the powerful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Meta Llama 3 70B Instruct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model. It's one of the most advanced open-source AI models available.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0"/>
          <p:cNvSpPr txBox="1"/>
          <p:nvPr/>
        </p:nvSpPr>
        <p:spPr>
          <a:xfrm>
            <a:off x="571500" y="3448050"/>
            <a:ext cx="52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It's "instruction-tuned," which means it's excellent at following our prompts and providing safe, accurate answers based on our school's data.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0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AI "Brain"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57437"/>
            <a:ext cx="528637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57437"/>
            <a:ext cx="52863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1"/>
          <p:cNvSpPr txBox="1"/>
          <p:nvPr/>
        </p:nvSpPr>
        <p:spPr>
          <a:xfrm>
            <a:off x="1051084" y="2881312"/>
            <a:ext cx="473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Frontend: GitHub Pages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962025" y="3462337"/>
            <a:ext cx="450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Our user interface (HTML, CSS, JS) is hosted on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 Pages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962025" y="4262437"/>
            <a:ext cx="450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It's fast, free, and automatically updates when we push code to our repository.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6877050" y="2867025"/>
            <a:ext cx="473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Backend: Render.com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6724650" y="3462337"/>
            <a:ext cx="450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Our Flask app (Python) runs on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Render.com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6724650" y="3957637"/>
            <a:ext cx="450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 keeps our backend server running 24/7 and securely manages our AI API keys.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881312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2881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1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We Went Live: Deployment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2"/>
          <p:cNvSpPr txBox="1"/>
          <p:nvPr/>
        </p:nvSpPr>
        <p:spPr>
          <a:xfrm>
            <a:off x="6201965" y="2526059"/>
            <a:ext cx="555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Scan the QR Code!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6334125" y="3173759"/>
            <a:ext cx="528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Try the chatbot live on your Desktop/Tablet.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6334125" y="3669059"/>
            <a:ext cx="52863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abhiraj1121.github.io/ai/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6334125" y="4276725"/>
            <a:ext cx="5286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See the code: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6334125" y="4772025"/>
            <a:ext cx="52863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github.com/Abhiraj1121/ai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It in Action!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33536" y="2281237"/>
            <a:ext cx="3162301" cy="324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47">
          <a:extLst>
            <a:ext uri="{FF2B5EF4-FFF2-40B4-BE49-F238E27FC236}">
              <a16:creationId xmlns:a16="http://schemas.microsoft.com/office/drawing/2014/main" id="{3FBF684E-93EF-71F1-9AA5-6FAB8EFB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2" descr="image.png">
            <a:extLst>
              <a:ext uri="{FF2B5EF4-FFF2-40B4-BE49-F238E27FC236}">
                <a16:creationId xmlns:a16="http://schemas.microsoft.com/office/drawing/2014/main" id="{AEEA6224-C047-575A-895B-F0DAA4A438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2">
            <a:extLst>
              <a:ext uri="{FF2B5EF4-FFF2-40B4-BE49-F238E27FC236}">
                <a16:creationId xmlns:a16="http://schemas.microsoft.com/office/drawing/2014/main" id="{B80654DF-E33D-2216-72CC-1D540B66BACF}"/>
              </a:ext>
            </a:extLst>
          </p:cNvPr>
          <p:cNvSpPr txBox="1"/>
          <p:nvPr/>
        </p:nvSpPr>
        <p:spPr>
          <a:xfrm>
            <a:off x="6201975" y="2306677"/>
            <a:ext cx="555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Scan the QR Code</a:t>
            </a:r>
            <a:r>
              <a:rPr lang="en-US" sz="2400" b="1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lang="en-US" sz="2400" b="1" i="0" u="none" strike="noStrike" cap="none" dirty="0">
              <a:solidFill>
                <a:srgbClr val="F59E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22">
            <a:extLst>
              <a:ext uri="{FF2B5EF4-FFF2-40B4-BE49-F238E27FC236}">
                <a16:creationId xmlns:a16="http://schemas.microsoft.com/office/drawing/2014/main" id="{C8FDBF05-5519-A38A-F5FD-DE18EA299D2B}"/>
              </a:ext>
            </a:extLst>
          </p:cNvPr>
          <p:cNvSpPr txBox="1"/>
          <p:nvPr/>
        </p:nvSpPr>
        <p:spPr>
          <a:xfrm>
            <a:off x="6334125" y="3173759"/>
            <a:ext cx="528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Try the chatbot live on your </a:t>
            </a:r>
            <a:r>
              <a:rPr lang="en-US" sz="15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Mobile Phone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>
            <a:extLst>
              <a:ext uri="{FF2B5EF4-FFF2-40B4-BE49-F238E27FC236}">
                <a16:creationId xmlns:a16="http://schemas.microsoft.com/office/drawing/2014/main" id="{BF6F4EBA-04F8-6F63-F6BC-371BE610A34D}"/>
              </a:ext>
            </a:extLst>
          </p:cNvPr>
          <p:cNvSpPr txBox="1"/>
          <p:nvPr/>
        </p:nvSpPr>
        <p:spPr>
          <a:xfrm>
            <a:off x="6334125" y="3669059"/>
            <a:ext cx="528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abhiraj1121.github.io/aimobile/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2">
            <a:extLst>
              <a:ext uri="{FF2B5EF4-FFF2-40B4-BE49-F238E27FC236}">
                <a16:creationId xmlns:a16="http://schemas.microsoft.com/office/drawing/2014/main" id="{FA9F9594-DF22-B20A-94AF-86102C004670}"/>
              </a:ext>
            </a:extLst>
          </p:cNvPr>
          <p:cNvSpPr txBox="1"/>
          <p:nvPr/>
        </p:nvSpPr>
        <p:spPr>
          <a:xfrm>
            <a:off x="6334125" y="4276725"/>
            <a:ext cx="5286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See the code: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">
            <a:extLst>
              <a:ext uri="{FF2B5EF4-FFF2-40B4-BE49-F238E27FC236}">
                <a16:creationId xmlns:a16="http://schemas.microsoft.com/office/drawing/2014/main" id="{DBF2F019-8857-8CDE-87A9-A97E1412D084}"/>
              </a:ext>
            </a:extLst>
          </p:cNvPr>
          <p:cNvSpPr txBox="1"/>
          <p:nvPr/>
        </p:nvSpPr>
        <p:spPr>
          <a:xfrm>
            <a:off x="6334125" y="4772025"/>
            <a:ext cx="528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github.com/Abhiraj1121/aimobile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>
            <a:extLst>
              <a:ext uri="{FF2B5EF4-FFF2-40B4-BE49-F238E27FC236}">
                <a16:creationId xmlns:a16="http://schemas.microsoft.com/office/drawing/2014/main" id="{E97EFCDF-2823-9827-6CC8-56E1C2127BAA}"/>
              </a:ext>
            </a:extLst>
          </p:cNvPr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It in Action!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22">
            <a:extLst>
              <a:ext uri="{FF2B5EF4-FFF2-40B4-BE49-F238E27FC236}">
                <a16:creationId xmlns:a16="http://schemas.microsoft.com/office/drawing/2014/main" id="{E782C2A9-7F4A-C4FD-B203-DF0CFAEADE34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33536" y="2324099"/>
            <a:ext cx="3162301" cy="316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49;p22">
            <a:extLst>
              <a:ext uri="{FF2B5EF4-FFF2-40B4-BE49-F238E27FC236}">
                <a16:creationId xmlns:a16="http://schemas.microsoft.com/office/drawing/2014/main" id="{0AAC2BB9-93C5-1AEE-1890-4F87A88D60BC}"/>
              </a:ext>
            </a:extLst>
          </p:cNvPr>
          <p:cNvSpPr txBox="1"/>
          <p:nvPr/>
        </p:nvSpPr>
        <p:spPr>
          <a:xfrm>
            <a:off x="6201975" y="2741427"/>
            <a:ext cx="555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00" b="1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or mobile only!</a:t>
            </a:r>
            <a:endParaRPr lang="en-US" sz="2400" b="1" i="0" u="none" strike="noStrike" cap="none" dirty="0">
              <a:solidFill>
                <a:srgbClr val="F59E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1930120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5"/>
          <p:cNvSpPr txBox="1"/>
          <p:nvPr/>
        </p:nvSpPr>
        <p:spPr>
          <a:xfrm>
            <a:off x="295275" y="2377380"/>
            <a:ext cx="11601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571500" y="3787080"/>
            <a:ext cx="110490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543</Words>
  <Application>Microsoft Office PowerPoint</Application>
  <PresentationFormat>Widescreen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Lato</vt:lpstr>
      <vt:lpstr>Montserrat</vt:lpstr>
      <vt:lpstr>Poppins</vt:lpstr>
      <vt:lpstr>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Abhi Raj Singh</cp:lastModifiedBy>
  <cp:revision>4</cp:revision>
  <dcterms:modified xsi:type="dcterms:W3CDTF">2025-11-18T12:04:36Z</dcterms:modified>
</cp:coreProperties>
</file>